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320040" cy="5088636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74320"/>
            <a:ext cx="2926080" cy="2926080"/>
          </a:xfrm>
          <a:prstGeom prst="ellipse">
            <a:avLst/>
          </a:prstGeom>
          <a:solidFill>
            <a:srgbClr val="0F3460">
              <a:alpha val="30000"/>
            </a:srgbClr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640080"/>
            <a:ext cx="2194560" cy="2194560"/>
          </a:xfrm>
          <a:prstGeom prst="ellipse">
            <a:avLst/>
          </a:prstGeom>
          <a:solidFill>
            <a:srgbClr val="E94560">
              <a:alpha val="15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20040"/>
            <a:ext cx="2286000" cy="2926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0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ORIENTACAO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Cenario RPG: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Personagem que Vira Zumbi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Blindando o invariante HP &gt;= 0 com Encapsulamento em Python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502920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788920"/>
            <a:ext cx="2651760" cy="105156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346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🧟  Problema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200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HP fica negativo sem restricao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2788920"/>
            <a:ext cx="2651760" cy="105156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8346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🔒  Solucao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3200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Encapsulamento + invariante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2788920"/>
            <a:ext cx="2651760" cy="105156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8346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Resultado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3200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Estado invalido impossivel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1605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A0B0"/>
                </a:solidFill>
              </a:rPr>
              <a:t>Diego Matheus   |   Murilo Alves   |   Vinicius Villalobos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0"/>
                </a:solidFill>
              </a:rPr>
              <a:t>Paradigmas de Programacao  •  Lab 3  •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320040" cy="5088636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personagem vira zumbi?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024128"/>
            <a:ext cx="457200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88720"/>
            <a:ext cx="5029200" cy="1645920"/>
          </a:xfrm>
          <a:prstGeom prst="rect">
            <a:avLst/>
          </a:prstGeom>
          <a:solidFill>
            <a:srgbClr val="1E1E2E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9844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Sem encapsulamento — estado exposto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5544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hp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# variavel solta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81051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hp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hp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-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9999</a:t>
            </a:r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# dano absurdo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06654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(hp)  # resultado: </a:t>
            </a:r>
            <a:pPr indent="0" marL="0">
              <a:buNone/>
            </a:pPr>
            <a:r>
              <a:rPr lang="en-US" sz="1000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-9899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🧟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85292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A0B0"/>
                </a:solidFill>
              </a:rPr>
              <a:t>Codigo sem encapsulamento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52160" y="1188720"/>
            <a:ext cx="283464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1188720"/>
            <a:ext cx="64008" cy="8686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126187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Negativo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89320" y="153619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regra impede que hp ultrapasse zero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52160" y="2194560"/>
            <a:ext cx="283464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2160" y="2194560"/>
            <a:ext cx="64008" cy="8686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226771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Exposto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89320" y="254203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parte do codigo altera hp diretamente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52160" y="3200400"/>
            <a:ext cx="283464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0" y="3200400"/>
            <a:ext cx="64008" cy="8686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9320" y="327355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Invariante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89320" y="354787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existe contrato que garanta hp &gt;= 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0"/>
                </a:solidFill>
              </a:rPr>
              <a:t>Paradigmas de Programacao  •  Lab 3  • 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320040" cy="5088636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SOLUCAO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Personagem em Python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978408"/>
            <a:ext cx="457200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097280"/>
            <a:ext cx="5212080" cy="3611880"/>
          </a:xfrm>
          <a:prstGeom prst="rect">
            <a:avLst/>
          </a:prstGeom>
          <a:solidFill>
            <a:srgbClr val="1E1E2E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188720"/>
            <a:ext cx="493776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class </a:t>
            </a:r>
            <a:pPr indent="0" marL="0">
              <a:buNone/>
            </a:pPr>
            <a:r>
              <a:rPr lang="en-US" sz="92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Personagem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685800" y="1431036"/>
            <a:ext cx="493776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def </a:t>
            </a:r>
            <a:pPr indent="0" marL="0">
              <a:buNone/>
            </a:pPr>
            <a:r>
              <a:rPr lang="en-US" sz="92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nome, hp_inicial):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685800" y="1673352"/>
            <a:ext cx="493776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if </a:t>
            </a:r>
            <a:pPr indent="0" marL="0">
              <a:buNone/>
            </a:pPr>
            <a:r>
              <a:rPr lang="en-US" sz="92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hp_inicial 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&lt;= </a:t>
            </a:r>
            <a:pPr indent="0" marL="0">
              <a:buNone/>
            </a:pPr>
            <a:r>
              <a:rPr lang="en-US" sz="92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685800" y="1915668"/>
            <a:ext cx="493776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raise </a:t>
            </a:r>
            <a:pPr indent="0" marL="0">
              <a:buNone/>
            </a:pPr>
            <a:r>
              <a:rPr lang="en-US" sz="92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pPr indent="0" marL="0">
              <a:buNone/>
            </a:pPr>
            <a:r>
              <a:rPr lang="en-US" sz="92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("HP deve ser &gt; zero")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85800" y="2157984"/>
            <a:ext cx="493776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self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.__nome 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= </a:t>
            </a:r>
            <a:pPr indent="0" marL="0">
              <a:buNone/>
            </a:pPr>
            <a:r>
              <a:rPr lang="en-US" sz="92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685800" y="2400300"/>
            <a:ext cx="493776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self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.__hp 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= </a:t>
            </a:r>
            <a:pPr indent="0" marL="0">
              <a:buNone/>
            </a:pPr>
            <a:r>
              <a:rPr lang="en-US" sz="92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hp_inicial</a:t>
            </a:r>
            <a:pPr indent="0" marL="0">
              <a:buNone/>
            </a:pPr>
            <a:r>
              <a:rPr lang="en-US" sz="92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# privado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685800" y="2642616"/>
            <a:ext cx="493776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685800" y="2884932"/>
            <a:ext cx="493776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def </a:t>
            </a:r>
            <a:pPr indent="0" marL="0">
              <a:buNone/>
            </a:pPr>
            <a:r>
              <a:rPr lang="en-US" sz="92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receber_dano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dano):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685800" y="3127248"/>
            <a:ext cx="493776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if </a:t>
            </a:r>
            <a:pPr indent="0" marL="0">
              <a:buNone/>
            </a:pPr>
            <a:r>
              <a:rPr lang="en-US" sz="92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dano 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&lt; </a:t>
            </a:r>
            <a:pPr indent="0" marL="0">
              <a:buNone/>
            </a:pPr>
            <a:r>
              <a:rPr lang="en-US" sz="92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85800" y="3369564"/>
            <a:ext cx="493776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raise </a:t>
            </a:r>
            <a:pPr indent="0" marL="0">
              <a:buNone/>
            </a:pPr>
            <a:r>
              <a:rPr lang="en-US" sz="92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pPr indent="0" marL="0">
              <a:buNone/>
            </a:pPr>
            <a:r>
              <a:rPr lang="en-US" sz="92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("Dano invalido")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685800" y="3611880"/>
            <a:ext cx="493776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self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.__hp 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= </a:t>
            </a:r>
            <a:pPr indent="0" marL="0">
              <a:buNone/>
            </a:pPr>
            <a:r>
              <a:rPr lang="en-US" sz="92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2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self.__hp - dano)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685800" y="3854196"/>
            <a:ext cx="493776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685800" y="4096512"/>
            <a:ext cx="493776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def </a:t>
            </a:r>
            <a:pPr indent="0" marL="0">
              <a:buNone/>
            </a:pPr>
            <a:r>
              <a:rPr lang="en-US" sz="92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get_hp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(self): </a:t>
            </a:r>
            <a:pPr indent="0" marL="0">
              <a:buNone/>
            </a:pPr>
            <a:r>
              <a:rPr lang="en-US" sz="92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return </a:t>
            </a:r>
            <a:pPr indent="0" marL="0">
              <a:buNone/>
            </a:pPr>
            <a:r>
              <a:rPr lang="en-US" sz="92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self.__hp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685800" y="4338828"/>
            <a:ext cx="493776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def </a:t>
            </a:r>
            <a:pPr indent="0" marL="0">
              <a:buNone/>
            </a:pPr>
            <a:r>
              <a:rPr lang="en-US" sz="92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esta_vivo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(self): </a:t>
            </a:r>
            <a:pPr indent="0" marL="0">
              <a:buNone/>
            </a:pPr>
            <a:r>
              <a:rPr lang="en-US" sz="92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return </a:t>
            </a:r>
            <a:pPr indent="0" marL="0">
              <a:buNone/>
            </a:pPr>
            <a:r>
              <a:rPr lang="en-US" sz="92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self.__hp &gt; </a:t>
            </a:r>
            <a:pPr indent="0" marL="0">
              <a:buNone/>
            </a:pPr>
            <a:r>
              <a:rPr lang="en-US" sz="92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5897880" y="1417320"/>
            <a:ext cx="283464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9320" y="14173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Construtor valida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97880" y="1664208"/>
            <a:ext cx="283464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9320" y="166420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94560"/>
                </a:solidFill>
              </a:rPr>
              <a:t>Atributo Privado (__hp)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897880" y="3063240"/>
            <a:ext cx="283464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30632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96"/>
                </a:solidFill>
              </a:rPr>
              <a:t>Invariante: max(0, ...)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897880" y="4069080"/>
            <a:ext cx="283464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A0A0B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40690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A0B0"/>
                </a:solidFill>
              </a:rPr>
              <a:t>Getter publico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0"/>
                </a:solidFill>
              </a:rPr>
              <a:t>Paradigmas de Programacao  •  Lab 3  • 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320040" cy="5088636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 funcionando — Teste de Resistencia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978408"/>
            <a:ext cx="50292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7" name="Image 0" descr="/home/claude/RPG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97280"/>
            <a:ext cx="8229600" cy="3474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0"/>
                </a:solidFill>
              </a:rPr>
              <a:t>Paradigmas de Programacao  •  Lab 3  • 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320040" cy="5088636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Engenharia OO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978408"/>
            <a:ext cx="457200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43000"/>
            <a:ext cx="8046720" cy="804672"/>
          </a:xfrm>
          <a:prstGeom prst="rect">
            <a:avLst/>
          </a:prstGeom>
          <a:solidFill>
            <a:srgbClr val="16213E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143000"/>
            <a:ext cx="64008" cy="8046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02752" y="1344168"/>
            <a:ext cx="402336" cy="402336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02752" y="13441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" y="1197864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 objeto protege seu proprio estado?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1490472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Sim. __hp e privado e inacessivel diretamente do main.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057400"/>
            <a:ext cx="8046720" cy="804672"/>
          </a:xfrm>
          <a:prstGeom prst="rect">
            <a:avLst/>
          </a:prstGeom>
          <a:solidFill>
            <a:srgbClr val="16213E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057400"/>
            <a:ext cx="64008" cy="8046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02752" y="2258568"/>
            <a:ext cx="402336" cy="402336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22585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" y="2112264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Existe um Invariante claro?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" y="2404872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Sim. max(0, hp - dano) garante hp &gt;= 0 em toda transicao.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971800"/>
            <a:ext cx="8046720" cy="804672"/>
          </a:xfrm>
          <a:prstGeom prst="rect">
            <a:avLst/>
          </a:prstGeom>
          <a:solidFill>
            <a:srgbClr val="16213E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971800"/>
            <a:ext cx="64008" cy="8046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02752" y="3172968"/>
            <a:ext cx="402336" cy="402336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02752" y="31729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32" y="3026664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Impossivel acessar variaveis direto do main?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" y="3319272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Sim. Name mangling do Python bloqueia acesso a __hp.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886200"/>
            <a:ext cx="8046720" cy="804672"/>
          </a:xfrm>
          <a:prstGeom prst="rect">
            <a:avLst/>
          </a:prstGeom>
          <a:solidFill>
            <a:srgbClr val="16213E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886200"/>
            <a:ext cx="64008" cy="8046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02752" y="4087368"/>
            <a:ext cx="402336" cy="402336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02752" y="40873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3232" y="3941064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Toda transicao de estado e validada?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" y="4233672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Sim. receber_dano valida dano antes de qualquer alteracao.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0"/>
                </a:solidFill>
              </a:rPr>
              <a:t>Paradigmas de Programacao  •  Lab 3  • 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320040" cy="5088636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"/>
            <a:ext cx="3200400" cy="3200400"/>
          </a:xfrm>
          <a:prstGeom prst="ellipse">
            <a:avLst/>
          </a:prstGeom>
          <a:solidFill>
            <a:srgbClr val="0F3460">
              <a:alpha val="25000"/>
            </a:srgbClr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</a:rPr>
              <a:t>Obrigado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</a:rPr>
              <a:t>Diego Matheus   |   Murilo Alves   |   Vinicius Villalobos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Calibri" pitchFamily="34" charset="0"/>
              </a:rPr>
              <a:t>Paradigmas de Programacao  •  Lab 3  •  2026</a:t>
            </a:r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Orientacao a Objetos - Cenario RPG</dc:title>
  <dc:subject>PptxGenJS Presentation</dc:subject>
  <dc:creator>PptxGenJS</dc:creator>
  <cp:lastModifiedBy>PptxGenJS</cp:lastModifiedBy>
  <cp:revision>1</cp:revision>
  <dcterms:created xsi:type="dcterms:W3CDTF">2026-03-20T22:42:49Z</dcterms:created>
  <dcterms:modified xsi:type="dcterms:W3CDTF">2026-03-20T22:42:49Z</dcterms:modified>
</cp:coreProperties>
</file>