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7521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6858000" y="274320"/>
            <a:ext cx="2926080" cy="2926080"/>
          </a:xfrm>
          <a:prstGeom prst="ellipse">
            <a:avLst/>
          </a:prstGeom>
          <a:solidFill>
            <a:srgbClr val="0F3460">
              <a:alpha val="30000"/>
            </a:srgbClr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223760" y="640080"/>
            <a:ext cx="2194560" cy="2194560"/>
          </a:xfrm>
          <a:prstGeom prst="ellipse">
            <a:avLst/>
          </a:prstGeom>
          <a:solidFill>
            <a:srgbClr val="E94560">
              <a:alpha val="15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48640" y="320040"/>
            <a:ext cx="2286000" cy="29260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864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ORIENTACAO A OBJETOS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Cenario RPG: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Personagem que Vira Zumbi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2103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Blindando o invariante HP &gt;= 0 com Encapsulamento em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029200" cy="36576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2651760" cy="105156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48640" y="2834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🧟  Problema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</a:rPr>
              <a:t>HP fica negativo sem restricao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2788920"/>
            <a:ext cx="2651760" cy="105156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🔒  Solucao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200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</a:rPr>
              <a:t>Encapsulamento + invariante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788920"/>
            <a:ext cx="2651760" cy="105156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 Resultado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3200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</a:rPr>
              <a:t>Estado invalido impossivel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0A0B0"/>
                </a:solidFill>
              </a:rPr>
              <a:t>Diego Matheus   |   Murilo Alves   |   Vinicius Villalobos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B0"/>
                </a:solidFill>
              </a:rPr>
              <a:t>Paradigmas de Programacao  •  Lab 3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personagem vira zumbi?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024128"/>
            <a:ext cx="4572000" cy="36576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5029200" cy="1645920"/>
          </a:xfrm>
          <a:prstGeom prst="rect">
            <a:avLst/>
          </a:prstGeom>
          <a:solidFill>
            <a:srgbClr val="1E1E2E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29844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Sem encapsulamento — estado exposto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5544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variavel solta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810512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 </a:t>
            </a: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</a:t>
            </a: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dano absurdo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06654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(hp)  # resultado: </a:t>
            </a:r>
            <a:r>
              <a:rPr lang="en-US" sz="10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-9899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85292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A0A0B0"/>
                </a:solidFill>
              </a:rPr>
              <a:t>Codigo sem encapsulamento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52160" y="1188720"/>
            <a:ext cx="2834640" cy="86868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852160" y="1188720"/>
            <a:ext cx="64008" cy="8686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989320" y="126187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Negativo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89320" y="153619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regra impede que hp ultrapasse zero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52160" y="2194560"/>
            <a:ext cx="2834640" cy="86868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5852160" y="2194560"/>
            <a:ext cx="64008" cy="8686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989320" y="226771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Exposto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89320" y="254203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parte do codigo altera hp diretamente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2160" y="3200400"/>
            <a:ext cx="2834640" cy="86868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852160" y="3200400"/>
            <a:ext cx="64008" cy="8686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989320" y="32735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Invariante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89320" y="354787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 existe contrato que garanta hp &gt;= 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B0"/>
                </a:solidFill>
              </a:rPr>
              <a:t>Paradigmas de Programacao  •  Lab 3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SOLUCAO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Personagem em Python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4572000" cy="36576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212080" cy="3611880"/>
          </a:xfrm>
          <a:prstGeom prst="rect">
            <a:avLst/>
          </a:prstGeom>
          <a:solidFill>
            <a:srgbClr val="1E1E2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92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Personagem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685800" y="1431036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</a:t>
            </a:r>
            <a:r>
              <a:rPr lang="en-US" sz="92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nome, hp_inicial):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685800" y="1673352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hp_inicial 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</a:t>
            </a:r>
            <a:r>
              <a:rPr lang="en-US" sz="92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685800" y="1915668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raise </a:t>
            </a:r>
            <a:r>
              <a:rPr lang="en-US" sz="92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r>
              <a:rPr lang="en-US" sz="92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("HP deve ser &gt; zero")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685800" y="2157984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.__nome =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685800" y="2400300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.__hp =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hp_inicial</a:t>
            </a:r>
            <a:r>
              <a:rPr lang="en-US" sz="92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privado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85800" y="2642616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685800" y="2884932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</a:t>
            </a:r>
            <a:r>
              <a:rPr lang="en-US" sz="92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receber_dano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dano):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685800" y="3127248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dano 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r>
              <a:rPr lang="en-US" sz="92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85800" y="3369564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raise </a:t>
            </a:r>
            <a:r>
              <a:rPr lang="en-US" sz="92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r>
              <a:rPr lang="en-US" sz="92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("Dano invalido")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685800" y="3611880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.__hp = </a:t>
            </a:r>
            <a:r>
              <a:rPr lang="en-US" sz="92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2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self.__hp - dano)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85800" y="3854196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85800" y="4096512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</a:t>
            </a:r>
            <a:r>
              <a:rPr lang="en-US" sz="92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get_hp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 </a:t>
            </a: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self.__hp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85800" y="4338828"/>
            <a:ext cx="493776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</a:t>
            </a:r>
            <a:r>
              <a:rPr lang="en-US" sz="92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esta_vivo</a:t>
            </a:r>
            <a:r>
              <a:rPr lang="en-US" sz="9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 </a:t>
            </a:r>
            <a:r>
              <a:rPr lang="en-US" sz="92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92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self.__hp &gt; </a:t>
            </a:r>
            <a:r>
              <a:rPr lang="en-US" sz="92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5897880" y="1417320"/>
            <a:ext cx="2834640" cy="274320"/>
          </a:xfrm>
          <a:prstGeom prst="rect">
            <a:avLst/>
          </a:prstGeom>
          <a:solidFill>
            <a:srgbClr val="1A1A2E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989320" y="14173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A623"/>
                </a:solidFill>
              </a:rPr>
              <a:t>Construtor valida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97880" y="1664208"/>
            <a:ext cx="2834640" cy="274320"/>
          </a:xfrm>
          <a:prstGeom prst="rect">
            <a:avLst/>
          </a:prstGeom>
          <a:solidFill>
            <a:srgbClr val="1A1A2E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989320" y="166420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4560"/>
                </a:solidFill>
              </a:rPr>
              <a:t>Atributo Privado (__hp)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897880" y="3063240"/>
            <a:ext cx="2834640" cy="274320"/>
          </a:xfrm>
          <a:prstGeom prst="rect">
            <a:avLst/>
          </a:prstGeom>
          <a:solidFill>
            <a:srgbClr val="1A1A2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989320" y="30632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896"/>
                </a:solidFill>
              </a:rPr>
              <a:t>Invariante: max(0, ...)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97880" y="4069080"/>
            <a:ext cx="2834640" cy="274320"/>
          </a:xfrm>
          <a:prstGeom prst="rect">
            <a:avLst/>
          </a:prstGeom>
          <a:solidFill>
            <a:srgbClr val="1A1A2E"/>
          </a:solidFill>
          <a:ln w="12700">
            <a:solidFill>
              <a:srgbClr val="A0A0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989320" y="4069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0A0B0"/>
                </a:solidFill>
              </a:rPr>
              <a:t>Getter publico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B0"/>
                </a:solidFill>
              </a:rPr>
              <a:t>Paradigmas de Programacao  •  Lab 3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Codigo funcionando — Teste de Resistencia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0292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0" descr="/home/claude/RP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097280"/>
            <a:ext cx="822960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B0"/>
                </a:solidFill>
              </a:rPr>
              <a:t>Paradigmas de Programacao  •  Lab 3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Engenharia OO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4572000" cy="36576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80467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548640" y="1143000"/>
            <a:ext cx="64008" cy="8046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8302752" y="1344168"/>
            <a:ext cx="402336" cy="402336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8302752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119786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 objeto protege seu proprio estado?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149047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0"/>
                </a:solidFill>
              </a:rPr>
              <a:t>Sim. __hp e privado e inacessivel diretamente do main.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057400"/>
            <a:ext cx="80467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48640" y="2057400"/>
            <a:ext cx="64008" cy="8046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8302752" y="2258568"/>
            <a:ext cx="402336" cy="402336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8302752" y="2258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211226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Existe um Invariante claro?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240487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0"/>
                </a:solidFill>
              </a:rPr>
              <a:t>Sim. max(0, hp - dano) garante hp &gt;= 0 em toda transicao.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80467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548640" y="2971800"/>
            <a:ext cx="64008" cy="8046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8302752" y="3172968"/>
            <a:ext cx="402336" cy="402336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302752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02666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Impossivel acessar variaveis direto do main?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331927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0"/>
                </a:solidFill>
              </a:rPr>
              <a:t>Sim. Name mangling do Python bloqueia acesso a __hp.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86200"/>
            <a:ext cx="804672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64008" cy="8046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8302752" y="4087368"/>
            <a:ext cx="402336" cy="402336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8302752" y="4087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3232" y="3941064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Toda transicao de estado e validada?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" y="423367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0B0"/>
                </a:solidFill>
              </a:rPr>
              <a:t>Sim. receber_dano valida dano antes de qualquer alteracao.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B0"/>
                </a:solidFill>
              </a:rPr>
              <a:t>Paradigmas de Programacao  •  Lab 3  • 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20040" cy="5088636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6583680" y="457200"/>
            <a:ext cx="3200400" cy="3200400"/>
          </a:xfrm>
          <a:prstGeom prst="ellipse">
            <a:avLst/>
          </a:prstGeom>
          <a:solidFill>
            <a:srgbClr val="0F3460">
              <a:alpha val="25000"/>
            </a:srgbClr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</a:rPr>
              <a:t>Obrigado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</a:rPr>
              <a:t>Diego Matheus   |   Murilo Alves   |   Vinicius Villalobos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0A0B0"/>
                </a:solidFill>
                <a:latin typeface="Calibri" pitchFamily="34" charset="0"/>
              </a:rPr>
              <a:t>Paradigmas de Programacao  •  Lab 3  •  2026</a:t>
            </a:r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410</Words>
  <Application>Microsoft Office PowerPoint</Application>
  <PresentationFormat>Apresentação na tela (16:9)</PresentationFormat>
  <Paragraphs>72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Orientacao a Objetos - Cenario RPG</dc:title>
  <dc:subject>PptxGenJS Presentation</dc:subject>
  <dc:creator>PptxGenJS</dc:creator>
  <cp:lastModifiedBy>Diego Matheus Zanela</cp:lastModifiedBy>
  <cp:revision>1</cp:revision>
  <dcterms:created xsi:type="dcterms:W3CDTF">2026-03-20T22:42:49Z</dcterms:created>
  <dcterms:modified xsi:type="dcterms:W3CDTF">2026-03-20T23:17:56Z</dcterms:modified>
</cp:coreProperties>
</file>